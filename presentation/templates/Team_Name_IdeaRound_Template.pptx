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6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</a:t>
            </a:r>
            <a:endParaRPr lang="en-US" sz="4950" dirty="0"/>
          </a:p>
        </p:txBody>
      </p:sp>
      <p:sp>
        <p:nvSpPr>
          <p:cNvPr id="6" name="Shape 2"/>
          <p:cNvSpPr/>
          <p:nvPr/>
        </p:nvSpPr>
        <p:spPr>
          <a:xfrm>
            <a:off x="1066800" y="4111526"/>
            <a:ext cx="8542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3"/>
          <p:cNvSpPr/>
          <p:nvPr/>
        </p:nvSpPr>
        <p:spPr>
          <a:xfrm>
            <a:off x="1066800" y="2955727"/>
            <a:ext cx="8542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4"/>
          <p:cNvSpPr/>
          <p:nvPr/>
        </p:nvSpPr>
        <p:spPr>
          <a:xfrm>
            <a:off x="1066800" y="3193852"/>
            <a:ext cx="366415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25" b="1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1547515" y="3193852"/>
            <a:ext cx="8303727" cy="727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</a:t>
            </a:r>
            <a:r>
              <a:rPr lang="en-US" sz="20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ideas </a:t>
            </a: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reflect your team's own thinking and innovation.</a:t>
            </a:r>
            <a:endParaRPr lang="en-US" sz="2025" dirty="0"/>
          </a:p>
        </p:txBody>
      </p:sp>
      <p:sp>
        <p:nvSpPr>
          <p:cNvPr id="10" name="Shape 6"/>
          <p:cNvSpPr/>
          <p:nvPr/>
        </p:nvSpPr>
        <p:spPr>
          <a:xfrm>
            <a:off x="1066800" y="4922788"/>
            <a:ext cx="8542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7"/>
          <p:cNvSpPr/>
          <p:nvPr/>
        </p:nvSpPr>
        <p:spPr>
          <a:xfrm>
            <a:off x="1066800" y="4349651"/>
            <a:ext cx="404961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25" b="1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25" dirty="0"/>
          </a:p>
        </p:txBody>
      </p:sp>
      <p:sp>
        <p:nvSpPr>
          <p:cNvPr id="12" name="Text 8"/>
          <p:cNvSpPr/>
          <p:nvPr/>
        </p:nvSpPr>
        <p:spPr>
          <a:xfrm>
            <a:off x="1586061" y="4349651"/>
            <a:ext cx="7138394" cy="382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</a:t>
            </a:r>
            <a:r>
              <a:rPr lang="en-US" sz="20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sections </a:t>
            </a: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the instructions on each slide.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1066800" y="5734050"/>
            <a:ext cx="8542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0"/>
          <p:cNvSpPr/>
          <p:nvPr/>
        </p:nvSpPr>
        <p:spPr>
          <a:xfrm>
            <a:off x="1066800" y="5160913"/>
            <a:ext cx="401538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25" b="1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25" dirty="0"/>
          </a:p>
        </p:txBody>
      </p:sp>
      <p:sp>
        <p:nvSpPr>
          <p:cNvPr id="15" name="Text 11"/>
          <p:cNvSpPr/>
          <p:nvPr/>
        </p:nvSpPr>
        <p:spPr>
          <a:xfrm>
            <a:off x="1582638" y="5160913"/>
            <a:ext cx="7459849" cy="382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use this template </a:t>
            </a: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 not alter the slide structure.</a:t>
            </a:r>
            <a:endParaRPr lang="en-US" sz="2025" dirty="0"/>
          </a:p>
        </p:txBody>
      </p:sp>
      <p:sp>
        <p:nvSpPr>
          <p:cNvPr id="16" name="Shape 12"/>
          <p:cNvSpPr/>
          <p:nvPr/>
        </p:nvSpPr>
        <p:spPr>
          <a:xfrm>
            <a:off x="1066800" y="6889849"/>
            <a:ext cx="8542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1066800" y="5972175"/>
            <a:ext cx="40778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25" b="1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25" dirty="0"/>
          </a:p>
        </p:txBody>
      </p:sp>
      <p:sp>
        <p:nvSpPr>
          <p:cNvPr id="18" name="Text 14"/>
          <p:cNvSpPr/>
          <p:nvPr/>
        </p:nvSpPr>
        <p:spPr>
          <a:xfrm>
            <a:off x="1588889" y="5972175"/>
            <a:ext cx="8261111" cy="727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registrants have an advantage </a:t>
            </a: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 this time to refine and strengthen your idea.</a:t>
            </a:r>
            <a:endParaRPr lang="en-US" sz="2025" dirty="0"/>
          </a:p>
        </p:txBody>
      </p:sp>
      <p:sp>
        <p:nvSpPr>
          <p:cNvPr id="19" name="Shape 15"/>
          <p:cNvSpPr/>
          <p:nvPr/>
        </p:nvSpPr>
        <p:spPr>
          <a:xfrm>
            <a:off x="1066800" y="8045648"/>
            <a:ext cx="8542586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1066800" y="7127974"/>
            <a:ext cx="401092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025" b="1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25" dirty="0"/>
          </a:p>
        </p:txBody>
      </p:sp>
      <p:sp>
        <p:nvSpPr>
          <p:cNvPr id="21" name="Text 17"/>
          <p:cNvSpPr/>
          <p:nvPr/>
        </p:nvSpPr>
        <p:spPr>
          <a:xfrm>
            <a:off x="1582192" y="7127974"/>
            <a:ext cx="8268010" cy="727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submit the deck with your team's name </a:t>
            </a:r>
            <a:r>
              <a:rPr lang="en-US" sz="2025" dirty="0">
                <a:solidFill>
                  <a:srgbClr val="13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file name — without fail.</a:t>
            </a:r>
            <a:endParaRPr lang="en-US" sz="2025" dirty="0"/>
          </a:p>
        </p:txBody>
      </p:sp>
      <p:sp>
        <p:nvSpPr>
          <p:cNvPr id="22" name="Shape 18"/>
          <p:cNvSpPr/>
          <p:nvPr/>
        </p:nvSpPr>
        <p:spPr>
          <a:xfrm>
            <a:off x="10218986" y="2955727"/>
            <a:ext cx="7002214" cy="5099447"/>
          </a:xfrm>
          <a:prstGeom prst="roundRect">
            <a:avLst>
              <a:gd name="adj" fmla="val 2989"/>
            </a:avLst>
          </a:prstGeom>
          <a:solidFill>
            <a:srgbClr val="004C86"/>
          </a:solidFill>
          <a:ln/>
        </p:spPr>
      </p:sp>
      <p:sp>
        <p:nvSpPr>
          <p:cNvPr id="23" name="Text 19"/>
          <p:cNvSpPr/>
          <p:nvPr/>
        </p:nvSpPr>
        <p:spPr>
          <a:xfrm>
            <a:off x="10657136" y="3355777"/>
            <a:ext cx="63096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UPDATED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0657136" y="3784402"/>
            <a:ext cx="6309692" cy="1052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results will be announced on our InnovateZ LinkedIn page — follow it to catch every important update.</a:t>
            </a:r>
            <a:endParaRPr lang="en-US" sz="1875" dirty="0"/>
          </a:p>
        </p:txBody>
      </p:sp>
      <p:sp>
        <p:nvSpPr>
          <p:cNvPr id="26" name="Text 22"/>
          <p:cNvSpPr/>
          <p:nvPr/>
        </p:nvSpPr>
        <p:spPr>
          <a:xfrm>
            <a:off x="10657136" y="4913114"/>
            <a:ext cx="34386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657136" y="5494139"/>
            <a:ext cx="6125914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0657136" y="5770364"/>
            <a:ext cx="63096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CLOSE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0657136" y="6198989"/>
            <a:ext cx="6309692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June</a:t>
            </a:r>
            <a:endParaRPr lang="en-US" sz="4200" dirty="0"/>
          </a:p>
        </p:txBody>
      </p:sp>
      <p:sp>
        <p:nvSpPr>
          <p:cNvPr id="30" name="Text 26"/>
          <p:cNvSpPr/>
          <p:nvPr/>
        </p:nvSpPr>
        <p:spPr>
          <a:xfrm>
            <a:off x="10657136" y="7008614"/>
            <a:ext cx="6309692" cy="66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extended timeline gives you room to research, validate, and present your idea more effectively.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086851" y="8493323"/>
            <a:ext cx="15454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216" dirty="0" smtClean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2764631" y="8455223"/>
            <a:ext cx="10974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submission clearly explains the problem, the solution, and the impact.</a:t>
            </a:r>
            <a:endParaRPr lang="en-US" sz="2250" dirty="0"/>
          </a:p>
        </p:txBody>
      </p:sp>
      <p:sp>
        <p:nvSpPr>
          <p:cNvPr id="33" name="Shape 29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34" name="Text 30"/>
          <p:cNvSpPr/>
          <p:nvPr/>
        </p:nvSpPr>
        <p:spPr>
          <a:xfrm>
            <a:off x="1285875" y="9515475"/>
            <a:ext cx="39784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• Innovate • Get Recognized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6410682" y="9515475"/>
            <a:ext cx="8867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514350"/>
            <a:ext cx="2113062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19125"/>
            <a:ext cx="1770162" cy="361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961816" y="571500"/>
            <a:ext cx="1259384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4216" y="657225"/>
            <a:ext cx="954584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6800" y="2354163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 · ROUND 1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1066800" y="2916138"/>
            <a:ext cx="16639032" cy="1979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r>
              <a:rPr lang="en-US" sz="7800" b="1" kern="0" spc="-234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800" dirty="0"/>
          </a:p>
        </p:txBody>
      </p:sp>
      <p:sp>
        <p:nvSpPr>
          <p:cNvPr id="8" name="Text 4"/>
          <p:cNvSpPr/>
          <p:nvPr/>
        </p:nvSpPr>
        <p:spPr>
          <a:xfrm>
            <a:off x="1066800" y="5143202"/>
            <a:ext cx="10791825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product-innovation hackathon — from idea to MVP to startup. This is your one-page pitch for the Innovation Round.</a:t>
            </a:r>
            <a:endParaRPr lang="en-US" sz="2325" dirty="0"/>
          </a:p>
        </p:txBody>
      </p:sp>
      <p:sp>
        <p:nvSpPr>
          <p:cNvPr id="9" name="Shape 5"/>
          <p:cNvSpPr/>
          <p:nvPr/>
        </p:nvSpPr>
        <p:spPr>
          <a:xfrm>
            <a:off x="1066800" y="6685062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442025" y="6694587"/>
            <a:ext cx="9525" cy="12954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66800" y="7018437"/>
            <a:ext cx="51048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66800" y="7466112"/>
            <a:ext cx="510480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FFFFFF">
                    <a:alpha val="4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11826776" y="6694587"/>
            <a:ext cx="9525" cy="12954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451550" y="7018437"/>
            <a:ext cx="51048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51550" y="7466112"/>
            <a:ext cx="510480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FFFFFF">
                    <a:alpha val="4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Name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11836301" y="7018437"/>
            <a:ext cx="55462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· YEAR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1836301" y="7466112"/>
            <a:ext cx="554629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FFFFFF">
                    <a:alpha val="4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· Academic Year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9" name="Text 15"/>
          <p:cNvSpPr/>
          <p:nvPr/>
        </p:nvSpPr>
        <p:spPr>
          <a:xfrm>
            <a:off x="1285875" y="9515475"/>
            <a:ext cx="23770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Ideas. Code. Impact.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373029" y="9515475"/>
            <a:ext cx="92437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CHALLENGE ARE YOU SOLVING?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1066800" y="3012877"/>
            <a:ext cx="6575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/ DOMAIN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66800" y="3460552"/>
            <a:ext cx="6575502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industry or sector your problem sits in</a:t>
            </a: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1066800" y="4744343"/>
            <a:ext cx="6575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66800" y="5192018"/>
            <a:ext cx="657550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feels this problem most acutely?</a:t>
            </a:r>
            <a:endParaRPr lang="en-US" sz="2325" dirty="0"/>
          </a:p>
        </p:txBody>
      </p:sp>
      <p:sp>
        <p:nvSpPr>
          <p:cNvPr id="10" name="Shape 6"/>
          <p:cNvSpPr/>
          <p:nvPr/>
        </p:nvSpPr>
        <p:spPr>
          <a:xfrm>
            <a:off x="8155632" y="3012877"/>
            <a:ext cx="9065419" cy="6569273"/>
          </a:xfrm>
          <a:prstGeom prst="roundRect">
            <a:avLst>
              <a:gd name="adj" fmla="val 2030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41407" y="3460552"/>
            <a:ext cx="83366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 &amp; CONTEXT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41407" y="3889177"/>
            <a:ext cx="833668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real-world problem in 2–4 sentences. What is broken today, who it affects, and why it matters now. Add the context that makes this challenge worth solving.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4" name="Text 10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376452" y="9515475"/>
            <a:ext cx="9209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SOLVE IT?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2637406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3836938" y="2124075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1066800" y="2936677"/>
            <a:ext cx="16154400" cy="4114800"/>
          </a:xfrm>
          <a:prstGeom prst="roundRect">
            <a:avLst>
              <a:gd name="adj" fmla="val 3241"/>
            </a:avLst>
          </a:prstGeom>
          <a:solidFill>
            <a:srgbClr val="F4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552575" y="3384352"/>
            <a:ext cx="156383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SOLUTION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552575" y="3908227"/>
            <a:ext cx="1451991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solution in short paragraphs or bullet points — what it does, how it solves the problem, and the key value it delivers to your users.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1066800" y="7337227"/>
            <a:ext cx="225787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COVER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10421" y="7337227"/>
            <a:ext cx="14494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269409" y="7337227"/>
            <a:ext cx="15021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981081" y="7337227"/>
            <a:ext cx="16490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value prop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5" name="Text 11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6369457" y="9515475"/>
            <a:ext cx="9279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SOLVE IT?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2637406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3836938" y="2124075"/>
            <a:ext cx="71184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2250" dirty="0"/>
          </a:p>
        </p:txBody>
      </p:sp>
      <p:sp>
        <p:nvSpPr>
          <p:cNvPr id="7" name="Shape 3"/>
          <p:cNvSpPr/>
          <p:nvPr/>
        </p:nvSpPr>
        <p:spPr>
          <a:xfrm>
            <a:off x="1066800" y="2936677"/>
            <a:ext cx="16154400" cy="5943600"/>
          </a:xfrm>
          <a:prstGeom prst="roundRect">
            <a:avLst>
              <a:gd name="adj" fmla="val 2244"/>
            </a:avLst>
          </a:prstGeom>
          <a:solidFill>
            <a:srgbClr val="F4F7FB"/>
          </a:solidFill>
          <a:ln w="9525">
            <a:solidFill>
              <a:srgbClr val="C7D6E6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1552575" y="3384352"/>
            <a:ext cx="156383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ROOM — OPTIONAL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552575" y="3812977"/>
            <a:ext cx="1451991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space only if you need it: continue your explanation, add an example or a short walkthrough, or simply leave it blank.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1" name="Text 7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373773" y="9515475"/>
            <a:ext cx="9236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TECHNOLOGY POWERS IT?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Components</a:t>
            </a:r>
            <a:endParaRPr lang="en-US" sz="4950" dirty="0"/>
          </a:p>
        </p:txBody>
      </p:sp>
      <p:sp>
        <p:nvSpPr>
          <p:cNvPr id="6" name="Text 2"/>
          <p:cNvSpPr/>
          <p:nvPr/>
        </p:nvSpPr>
        <p:spPr>
          <a:xfrm>
            <a:off x="1066800" y="3012877"/>
            <a:ext cx="81605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66800" y="3441502"/>
            <a:ext cx="816055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your high-level components — the key building blocks behind your solution.</a:t>
            </a: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1066800" y="6232327"/>
            <a:ext cx="81605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66800" y="6680002"/>
            <a:ext cx="57472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core assumptions your solution depends on.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675465" y="3012877"/>
            <a:ext cx="7545735" cy="6569273"/>
          </a:xfrm>
          <a:prstGeom prst="roundRect">
            <a:avLst>
              <a:gd name="adj" fmla="val 2320"/>
            </a:avLst>
          </a:prstGeom>
          <a:solidFill>
            <a:srgbClr val="F4F7FB"/>
          </a:solidFill>
          <a:ln w="19050">
            <a:solidFill>
              <a:srgbClr val="C7D6E6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11865508" y="5883176"/>
            <a:ext cx="3165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325" b="1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10603754" y="6397526"/>
            <a:ext cx="56890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drop a simple system / flow diagram here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4" name="Text 10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6365141" y="9515475"/>
            <a:ext cx="9322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1956495" cy="4000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3067" y="561975"/>
            <a:ext cx="1018133" cy="30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13716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STAND OUT?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1066800" y="1876425"/>
            <a:ext cx="16639032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950" b="1" kern="0" spc="-99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4950" dirty="0"/>
          </a:p>
        </p:txBody>
      </p:sp>
      <p:sp>
        <p:nvSpPr>
          <p:cNvPr id="6" name="Shape 2"/>
          <p:cNvSpPr/>
          <p:nvPr/>
        </p:nvSpPr>
        <p:spPr>
          <a:xfrm>
            <a:off x="1066800" y="3012877"/>
            <a:ext cx="5194250" cy="6131123"/>
          </a:xfrm>
          <a:prstGeom prst="roundRect">
            <a:avLst>
              <a:gd name="adj" fmla="val 2934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76375" y="3441502"/>
            <a:ext cx="457200" cy="571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8" name="Text 4"/>
          <p:cNvSpPr/>
          <p:nvPr/>
        </p:nvSpPr>
        <p:spPr>
          <a:xfrm>
            <a:off x="1476375" y="3784402"/>
            <a:ext cx="4506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476375" y="4308277"/>
            <a:ext cx="45063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alternatives in the market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76375" y="4889302"/>
            <a:ext cx="450635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products, services, or workarounds people use today.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546800" y="3012877"/>
            <a:ext cx="5194250" cy="6131123"/>
          </a:xfrm>
          <a:prstGeom prst="roundRect">
            <a:avLst>
              <a:gd name="adj" fmla="val 2934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56375" y="3441502"/>
            <a:ext cx="457200" cy="571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13" name="Text 9"/>
          <p:cNvSpPr/>
          <p:nvPr/>
        </p:nvSpPr>
        <p:spPr>
          <a:xfrm>
            <a:off x="6956375" y="3784402"/>
            <a:ext cx="4506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4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&amp; Limitations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6956375" y="4308277"/>
            <a:ext cx="45063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fail to address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956375" y="4889302"/>
            <a:ext cx="450635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today's options fall short for your users.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2026801" y="3012877"/>
            <a:ext cx="5194250" cy="6131123"/>
          </a:xfrm>
          <a:prstGeom prst="roundRect">
            <a:avLst>
              <a:gd name="adj" fmla="val 2934"/>
            </a:avLst>
          </a:prstGeom>
          <a:solidFill>
            <a:srgbClr val="004C86"/>
          </a:solidFill>
          <a:ln w="9525">
            <a:solidFill>
              <a:srgbClr val="004C8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436376" y="3441502"/>
            <a:ext cx="457200" cy="57150"/>
          </a:xfrm>
          <a:prstGeom prst="roundRect">
            <a:avLst>
              <a:gd name="adj" fmla="val 50000"/>
            </a:avLst>
          </a:prstGeom>
          <a:solidFill>
            <a:srgbClr val="F56426"/>
          </a:solidFill>
          <a:ln/>
        </p:spPr>
      </p:sp>
      <p:sp>
        <p:nvSpPr>
          <p:cNvPr id="18" name="Text 14"/>
          <p:cNvSpPr/>
          <p:nvPr/>
        </p:nvSpPr>
        <p:spPr>
          <a:xfrm>
            <a:off x="12436376" y="3784402"/>
            <a:ext cx="45063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Differentiation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12436376" y="4308277"/>
            <a:ext cx="45063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solution wins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2436376" y="4889302"/>
            <a:ext cx="450635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that makes your approach clearly better.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22" name="Text 18"/>
          <p:cNvSpPr/>
          <p:nvPr/>
        </p:nvSpPr>
        <p:spPr>
          <a:xfrm>
            <a:off x="1285875" y="9515475"/>
            <a:ext cx="24095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6387614" y="9515475"/>
            <a:ext cx="9097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" y="514350"/>
            <a:ext cx="2113062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19125"/>
            <a:ext cx="1770162" cy="3619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961816" y="571500"/>
            <a:ext cx="1259384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4216" y="657225"/>
            <a:ext cx="954584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6800" y="3834854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38" dirty="0">
                <a:solidFill>
                  <a:srgbClr val="FFB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 Z CHALLENGE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1066800" y="4396829"/>
            <a:ext cx="16639032" cy="100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r>
              <a:rPr lang="en-US" sz="7800" b="1" kern="0" spc="-234" dirty="0">
                <a:solidFill>
                  <a:srgbClr val="F56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800" dirty="0"/>
          </a:p>
        </p:txBody>
      </p:sp>
      <p:sp>
        <p:nvSpPr>
          <p:cNvPr id="8" name="Text 4"/>
          <p:cNvSpPr/>
          <p:nvPr/>
        </p:nvSpPr>
        <p:spPr>
          <a:xfrm>
            <a:off x="1066800" y="5653236"/>
            <a:ext cx="10791825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3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wait to see what you build. Submit your idea and take the first step from idea to MVP to startup.</a:t>
            </a:r>
            <a:endParaRPr lang="en-US" sz="2325" dirty="0"/>
          </a:p>
        </p:txBody>
      </p:sp>
      <p:sp>
        <p:nvSpPr>
          <p:cNvPr id="9" name="Shape 5"/>
          <p:cNvSpPr/>
          <p:nvPr/>
        </p:nvSpPr>
        <p:spPr>
          <a:xfrm>
            <a:off x="1066800" y="9639300"/>
            <a:ext cx="66675" cy="66675"/>
          </a:xfrm>
          <a:prstGeom prst="ellipse">
            <a:avLst/>
          </a:prstGeom>
          <a:solidFill>
            <a:srgbClr val="F56426"/>
          </a:solidFill>
          <a:ln/>
        </p:spPr>
      </p:sp>
      <p:sp>
        <p:nvSpPr>
          <p:cNvPr id="10" name="Text 6"/>
          <p:cNvSpPr/>
          <p:nvPr/>
        </p:nvSpPr>
        <p:spPr>
          <a:xfrm>
            <a:off x="1285875" y="9515475"/>
            <a:ext cx="23770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Ideas. Code. Impact.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369754" y="9515475"/>
            <a:ext cx="9276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Custom</PresentationFormat>
  <Paragraphs>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Varma</cp:lastModifiedBy>
  <cp:revision>3</cp:revision>
  <dcterms:created xsi:type="dcterms:W3CDTF">2026-06-10T07:22:02Z</dcterms:created>
  <dcterms:modified xsi:type="dcterms:W3CDTF">2026-06-10T07:33:33Z</dcterms:modified>
</cp:coreProperties>
</file>